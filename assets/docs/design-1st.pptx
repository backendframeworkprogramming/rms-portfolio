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2345E-3A17-6D68-D805-AB2CC0A39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3B9F25-85F6-8CB1-341D-1ED92E891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B207FE-19DA-3F8D-8627-D3D360C6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1E932E-9C01-4D36-2487-4A07C6C8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947492-DDC5-3883-3AEC-825B40DF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70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FE278-8B26-AC04-1D0B-B93D250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86118-960B-E2AF-3B3F-1D52785D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055219-2657-DD69-B4D8-A97B47E0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107DE6-CD58-255D-C0B5-82AF4617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5FA78-89DD-BA87-E35E-F2F87B4B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7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85E60-6559-8AEE-D3FF-A8376661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0278D6-CB4C-021E-C4CB-E9B584FB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74D60-7227-8B43-7A17-55EF4DA3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92F4EB-F9B7-FFDF-6A5C-4C4235C1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9E2EE-07D1-8B9C-A29D-DDEC14E1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91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14615-BDC2-9B25-1633-31FBC274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3942B-03DC-1BB0-3866-DC7896296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852BA-C090-C04B-4169-B7137B9F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4DD90D-C928-501F-2C73-4E1D22D5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ED549-035C-72D6-6320-2E897202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BAE51-29F8-E010-2502-BE0C1646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8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64EA-386A-AC77-DD02-7E35D87C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F97BFD-D76F-631C-759F-2140A66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0FDA92-5FFB-9B2F-224D-29E279ED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D7E95A-3963-353D-650A-CB563EF6D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B66456-488D-C556-FAFD-FA715A1CC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1683B3-34A5-4D52-7F86-50C11F7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E79BC1-6130-A021-954D-12A483D9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DBF696-013B-C7CE-C5AB-747FBD71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38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30BA6-79EB-31FC-E533-3043D61F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1F57A5-69EA-844C-3583-514A0E18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84C5E3-F7F3-4865-35A0-42F5C1AC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FC62E2-3D51-C6B8-5452-6DD7EB2C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6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0C26F3-404D-1662-B163-03317296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77E5F4-41E3-F626-684E-1B0B3F4F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43F5D0-047E-0857-E35C-880898F7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1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E0C27-607C-3FCC-DB03-4D4E03CF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1023AE-DA33-8393-4E5C-EA0F2F004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BA3D0-C687-E4A7-9342-C5BD7F7DC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B96193-93BD-C7E6-655C-967C3C0E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F43D7-C989-3DC8-983E-6ADF846B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D9590A-A0A6-AFB2-7604-07018656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185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FA952-2757-B3D2-7045-C1042B5F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5C7476-0FC2-25AC-9CC4-ADD0710E2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BC1235-50EC-32B9-790A-12936A526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F13499-75E0-661F-E3BC-D28DB56A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CA7291-9D47-B6C6-9D13-1B7CBEAD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E5CAC-9968-6943-DAD1-577E6EAE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6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20C69-1117-ACE1-063E-B0A350AD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C1ECE6-646E-0DDF-682C-779A9D79B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C6C876-7EAB-9006-ECAA-62421FE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5FA926-DB8F-6B10-2B0B-F5EED154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5FDEE-3E81-D9EF-BFA0-09BFB820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8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812A2D-3EF9-460C-0840-8D30D10AE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44047C-FB00-9170-31CC-BF566380B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7CA720-2876-FB1B-E895-AA562890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80AF65-8875-B168-0EED-2B16598D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960E9B-C0A9-C59D-EC2F-7DF37A63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3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2FBD1F-744E-BB5C-5E09-13B6D5BC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FD464F-FAB6-FDAE-2873-D712237F4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8E915-9652-5319-79C1-DBB01C020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3087E-22DA-4E49-AFB7-6483C7CDD93B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DD67AA-4A8B-E3C7-66E2-C2A9621EB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38FD3-C55F-80C4-364A-0015C9980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6C1E5-BF40-4237-8605-110BB129AA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59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￫ﾰﾱ￬ﾗﾔ￫ﾓﾜ ￭ﾔﾄ￫ﾠﾈ￬ﾞﾄ￬ﾛﾌ￭ﾁﾬ ￭ﾔﾄ￫ﾡﾜ￪ﾷﾸ￫ﾞﾘ￫ﾰﾍ&#10;&#10;AI 생성 콘텐츠는 정확하지 않을 수 있습니다.">
            <a:extLst>
              <a:ext uri="{FF2B5EF4-FFF2-40B4-BE49-F238E27FC236}">
                <a16:creationId xmlns:a16="http://schemas.microsoft.com/office/drawing/2014/main" id="{7B1E2D57-0B8D-5D56-1163-79C40CDD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1"/>
            <a:ext cx="12192000" cy="68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8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4675-6759-692C-03DF-52753952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is a diagram illustrating an automated rental system for robot devices, with various screens and tables detailing device statuses, assignments, biometric data, and center information.&#10;&#10;AI 생성 콘텐츠는 정확하지 않을 수 있습니다.">
            <a:extLst>
              <a:ext uri="{FF2B5EF4-FFF2-40B4-BE49-F238E27FC236}">
                <a16:creationId xmlns:a16="http://schemas.microsoft.com/office/drawing/2014/main" id="{668C2DAE-C27C-6534-EEE8-D6DA32753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1"/>
            <a:ext cx="12192000" cy="684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1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DE85-F1FD-AA67-C882-23709329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isplays a main screen for managing devices, showing various filters such as total quantities, status, and company filters, along with functionalities for creating, storing, and deleting records, and a total of 17 tables and 15 relationships.&#10;&#10;AI 생성 콘텐츠는 정확하지 않을 수 있습니다.">
            <a:extLst>
              <a:ext uri="{FF2B5EF4-FFF2-40B4-BE49-F238E27FC236}">
                <a16:creationId xmlns:a16="http://schemas.microsoft.com/office/drawing/2014/main" id="{B008C290-3B1B-2378-25C6-4DB809576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0"/>
            <a:ext cx="12192000" cy="682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6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E71E-348E-DC0B-2BAB-E6069593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isplays a table layout, showcasing various columns related to device information, including model details, device identifiers, versioning, status, and rental history.&#10;&#10;AI 생성 콘텐츠는 정확하지 않을 수 있습니다.">
            <a:extLst>
              <a:ext uri="{FF2B5EF4-FFF2-40B4-BE49-F238E27FC236}">
                <a16:creationId xmlns:a16="http://schemas.microsoft.com/office/drawing/2014/main" id="{0E3D0442-0E30-59FF-F661-259443C7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17"/>
            <a:ext cx="12192000" cy="680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2C59-75CB-C35A-7DA4-0ECE3368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user interface displaying a rental history for devices, with filters for different statuses and actions to manage rentals, including separating users for individual history viewing.&#10;&#10;AI 생성 콘텐츠는 정확하지 않을 수 있습니다.">
            <a:extLst>
              <a:ext uri="{FF2B5EF4-FFF2-40B4-BE49-F238E27FC236}">
                <a16:creationId xmlns:a16="http://schemas.microsoft.com/office/drawing/2014/main" id="{34325FE5-E600-FC30-39E4-1855D57D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1"/>
            <a:ext cx="12192000" cy="683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5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A307-0218-F116-D6C7-13B6DB80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isplays a table structure for a rental system with columns for user, rental, device, and other attributes.&#10;&#10;AI 생성 콘텐츠는 정확하지 않을 수 있습니다.">
            <a:extLst>
              <a:ext uri="{FF2B5EF4-FFF2-40B4-BE49-F238E27FC236}">
                <a16:creationId xmlns:a16="http://schemas.microsoft.com/office/drawing/2014/main" id="{3330DF59-BE2F-5F94-0E0F-663DAC3C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00"/>
            <a:ext cx="12192000" cy="68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3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EE4C-B3B3-78CF-9517-A2D7E018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isplays a table on a device's user interface showing biometric data such as breathing rate, steps, and usage time, along with a breakdown of emergency incidents and their separate tracking.&#10;&#10;AI 생성 콘텐츠는 정확하지 않을 수 있습니다.">
            <a:extLst>
              <a:ext uri="{FF2B5EF4-FFF2-40B4-BE49-F238E27FC236}">
                <a16:creationId xmlns:a16="http://schemas.microsoft.com/office/drawing/2014/main" id="{A274F7A7-BAC5-760D-A499-EE09DECE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83"/>
            <a:ext cx="12192000" cy="681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6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2152-44F1-0BFF-A1BF-B38C8B8D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table with two primary columns: 'biometric_data' and 'emergency_record', each containing various data types such as integers, text, and dates.&#10;&#10;AI 생성 콘텐츠는 정확하지 않을 수 있습니다.">
            <a:extLst>
              <a:ext uri="{FF2B5EF4-FFF2-40B4-BE49-F238E27FC236}">
                <a16:creationId xmlns:a16="http://schemas.microsoft.com/office/drawing/2014/main" id="{92FB1D6A-CAF9-F996-C232-08F4E14C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0"/>
            <a:ext cx="12192000" cy="67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8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04E2-876F-7837-7DA9-C464ED66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displays a table listing various devices, their associated AS (Application Service) numbers, statuses, and dates, along with actions such as new entries, deletions, and device status updates.&#10;&#10;AI 생성 콘텐츠는 정확하지 않을 수 있습니다.">
            <a:extLst>
              <a:ext uri="{FF2B5EF4-FFF2-40B4-BE49-F238E27FC236}">
                <a16:creationId xmlns:a16="http://schemas.microsoft.com/office/drawing/2014/main" id="{483B274A-E64F-AAB7-30C7-50A7582C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6"/>
            <a:ext cx="12192000" cy="68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7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A5F58-6160-2A1E-D95C-E7FC6801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is a table layout showing the structure of a database for vendor and device asset management, with columns for vendor name, contact, address, status, and use status.&#10;&#10;AI 생성 콘텐츠는 정확하지 않을 수 있습니다.">
            <a:extLst>
              <a:ext uri="{FF2B5EF4-FFF2-40B4-BE49-F238E27FC236}">
                <a16:creationId xmlns:a16="http://schemas.microsoft.com/office/drawing/2014/main" id="{7879DF34-7C2A-95CF-9922-E373D78E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39"/>
            <a:ext cx="12192000" cy="677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4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1BAF-7443-59B4-8D31-61EACD45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is a table schema for an 'as_record' database table, showing columns such as 'id', 'device_id', 'as_type_id', 'status', and various date and text fields, along with foreign key relationships to other tables.&#10;&#10;AI 생성 콘텐츠는 정확하지 않을 수 있습니다.">
            <a:extLst>
              <a:ext uri="{FF2B5EF4-FFF2-40B4-BE49-F238E27FC236}">
                <a16:creationId xmlns:a16="http://schemas.microsoft.com/office/drawing/2014/main" id="{BA319790-D4FD-139B-B3EF-0DC27BAFF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32"/>
            <a:ext cx="12192000" cy="681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5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EB81-5E4C-C1F2-C8B5-62E1224A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￬ﾧﾀ￬ﾠﾐ ￪ﾴﾀ￫ﾦﾬ: ￪ﾲﾀ￬ﾃﾉ￫ﾐﾜ ￬ﾧﾀ￬ﾠﾐ ￫ﾪﾩ￫ﾡﾝ￬ﾝﾄ ￭ﾑﾜ￬ﾋﾜ￭ﾕﾘ￪ﾳﾠ, ￬ﾣﾼ￫ﾋﾴ￫ﾋﾹ￬ﾞﾐ ￬ﾠﾕ￫ﾳﾴ￫ﾥﾼ ￪ﾲﾀ￭ﾆﾠ￭ﾕﾠ ￬ﾈﾘ ￬ﾞﾈ￫ﾊﾔ ￬ﾄﾤ￬ﾠﾕ.&#10;&#10;AI 생성 콘텐츠는 정확하지 않을 수 있습니다.">
            <a:extLst>
              <a:ext uri="{FF2B5EF4-FFF2-40B4-BE49-F238E27FC236}">
                <a16:creationId xmlns:a16="http://schemas.microsoft.com/office/drawing/2014/main" id="{E491C372-5DC0-5772-E052-C8CD8190B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1"/>
            <a:ext cx="12192000" cy="683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3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FEA0-4756-8FA5-37D2-3E1030F5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table in Korean with columns for center information, including unique identifiers, business and corporate registration numbers, contact details, and various other attributes, all marked as NOT NULL.&#10;&#10;AI 생성 콘텐츠는 정확하지 않을 수 있습니다.">
            <a:extLst>
              <a:ext uri="{FF2B5EF4-FFF2-40B4-BE49-F238E27FC236}">
                <a16:creationId xmlns:a16="http://schemas.microsoft.com/office/drawing/2014/main" id="{F37318DD-DCCD-CD24-3C41-40B556C6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5"/>
            <a:ext cx="12192000" cy="680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3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D9C9-305D-45C1-A8F4-96F5013C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is a table displaying various columns of information, such as 'Center Name', 'Manager Name', 'Manager Email', 'Manager Phone', and image paths for seals, with data types and constraints.&#10;&#10;AI 생성 콘텐츠는 정확하지 않을 수 있습니다.">
            <a:extLst>
              <a:ext uri="{FF2B5EF4-FFF2-40B4-BE49-F238E27FC236}">
                <a16:creationId xmlns:a16="http://schemas.microsoft.com/office/drawing/2014/main" id="{360132E7-9359-A4BC-3DAE-4D4AB94A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00"/>
            <a:ext cx="12192000" cy="68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72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61F1-CC52-F624-5B9B-7A631A04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table interface displaying relationships between departments and teams, with columns for unique identifiers, names, creation dates, and usage status, including a history of changes.&#10;&#10;AI 생성 콘텐츠는 정확하지 않을 수 있습니다.">
            <a:extLst>
              <a:ext uri="{FF2B5EF4-FFF2-40B4-BE49-F238E27FC236}">
                <a16:creationId xmlns:a16="http://schemas.microsoft.com/office/drawing/2014/main" id="{99884491-853A-C403-3D0A-2C8A866D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22"/>
            <a:ext cx="12192000" cy="678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10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E7C5-932B-4117-B522-EB6886315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is a table layout displaying department and team change histories, with columns for unique identifiers, types, keys, descriptions, and before/after values, including date and user changes.&#10;&#10;AI 생성 콘텐츠는 정확하지 않을 수 있습니다.">
            <a:extLst>
              <a:ext uri="{FF2B5EF4-FFF2-40B4-BE49-F238E27FC236}">
                <a16:creationId xmlns:a16="http://schemas.microsoft.com/office/drawing/2014/main" id="{4690D7EE-D6AB-B143-054C-250B8CA31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92"/>
            <a:ext cx="12192000" cy="676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52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261B8-4F28-6C4B-80FE-2EAC1B14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image shows a table structure with columns for employee data in a center, including employee ID, name, department, team, job title, employment type, work status, start date, remark, and relationship with team.&#10;&#10;AI 생성 콘텐츠는 정확하지 않을 수 있습니다.">
            <a:extLst>
              <a:ext uri="{FF2B5EF4-FFF2-40B4-BE49-F238E27FC236}">
                <a16:creationId xmlns:a16="http://schemas.microsoft.com/office/drawing/2014/main" id="{00FBFEDC-8BF8-2342-6AFA-B2F7715B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05"/>
            <a:ext cx="12192000" cy="678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53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933A18-61EF-241C-C332-F091E9C6DA9A}"/>
              </a:ext>
            </a:extLst>
          </p:cNvPr>
          <p:cNvSpPr txBox="1"/>
          <p:nvPr/>
        </p:nvSpPr>
        <p:spPr>
          <a:xfrm>
            <a:off x="2496403" y="2429302"/>
            <a:ext cx="7199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6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7356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와이드스크린</PresentationFormat>
  <Paragraphs>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태웅 윤</dc:creator>
  <cp:lastModifiedBy>태웅 윤</cp:lastModifiedBy>
  <cp:revision>1</cp:revision>
  <dcterms:created xsi:type="dcterms:W3CDTF">2026-04-03T15:57:21Z</dcterms:created>
  <dcterms:modified xsi:type="dcterms:W3CDTF">2026-04-03T16:03:25Z</dcterms:modified>
</cp:coreProperties>
</file>